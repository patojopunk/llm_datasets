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Non‑Skills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Median</c:v>
                  </c:pt>
                  <c:pt idx="1">
                    <c:v>Average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1064.8</c:v>
                </c:pt>
                <c:pt idx="1">
                  <c:v>1707.1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Skills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Median</c:v>
                  </c:pt>
                  <c:pt idx="1">
                    <c:v>Average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1292.9</c:v>
                </c:pt>
                <c:pt idx="1">
                  <c:v>1943.2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Non‑Skills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Calls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2.611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Skills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Calls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2.861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deck focuses on design/operational benefits of modular Skills, not vendor lock-in.
[Sources]
- https://agentskills.io/home
- https://agentskills.io/specification
- https://platform.claude.com/docs/en/agents-and-tools/agent-skills/overview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As contexts grow, transformer self-attention has quadratic time/space complexity in sequence length, so prompt bloat can be expensive.
- Tool retries translate into extra LLM calls (and latency).
[Sources]
- https://proceedings.mlr.press/v201/duman-keles23a/duman-keles23a.pdf
- https://papers.neurips.cc/paper/7181-attention-is-all-you-need.pdf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We’re using the design pattern (folders + SKILL.md) without vendor-specific containers.
- Tool allow-listing is a direct application of least privilege to agent capabilities.
[Sources]
- https://agentskills.io/specification
- https://agentskills.io/home
- https://csrc.nist.gov/glossary/term/least_privilege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is the “progressive disclosure” pitch: keep always-on context small; add only task-specific guidance.
[Sources]
- https://agentskills.io/specification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The most compelling benefit is operational: smaller changes, easier reviews, safer scaling.
- Tool allow-listing aligns with least privilege.
[Sources]
- https://csrc.nist.gov/glossary/term/least_privilege
- https://owasp.org/www-community/controls/Least_Privilege_Principle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Key message: a small slowdown on easy prompts doesn’t negate the structural win.
- As the number of Skills/tools grows, monolithic prompts typically bloat; Skills keeps base context stable.
- Longer context generally increases transformer compute.
[Sources]
- https://proceedings.mlr.press/v201/duman-keles23a/duman-keles23a.pdf
- https://papers.neurips.cc/paper/7181-attention-is-all-you-need.pdf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Tool allow-listing is a least-privilege application for agents.
- “Folder-based Skills” is the modular packaging that makes review/testing easier.
[Sources]
- https://agentskills.io/specification
- https://csrc.nist.gov/glossary/term/least_privilege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The key is incrementalism + metrics. We can keep both modes running while we migrate.
[Sources]
- https://agentskills.io/specification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The key “selling point” to engineers: observability + reversible rollout.
[Sources]
- https://agentskills.io/specification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Close on “why now”: our system is growing in tools and workflows. Skills makes that growth manageable and safer.
[Sources]
- https://agentskills.io/specification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Skills‑First Agent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refactor now (and how to do it safely)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85855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9164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mean by “Skills”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Modular, versioned instruction bundles that the host loads only when needed — plus optional tool allow‑listing.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880360"/>
            <a:ext cx="9905695" cy="130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Progressive disclosure: keep the always‑on prompt small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Cleaner reviews: Skill files are auditable and testable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tools: restrict the model’s “visible” tools per Skill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ops: A/B toggles + metrics for real decisions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80644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faster iteration, fewer prompt regressions, safer scaling.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656832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discussion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prompts and tools don’t scale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“just add another rule” becomes fragile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364328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Monolithic system prompt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2424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Grows with every feature (math, quoting, data, …)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review: diffs are noisy and coupled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test: one change can break unrelated tasks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Wastes context: irrelevant rules loaded every turn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8" y="1143000"/>
            <a:ext cx="5364328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44488" y="13716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Unscoped tool access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44488" y="1920240"/>
            <a:ext cx="472424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sees many tools it doesn’t need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chance of wrong-tool calls and retries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Harder to reason about safety / permissions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variance across prompts and models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5989320"/>
            <a:ext cx="11185855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053328"/>
            <a:ext cx="10728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matters: longer contexts cost more compute; wrong-tool retries add extra LLM calls and latency.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656832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Skills: modular instruction bundles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Progressive disclosure for agent behavior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58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Skill is a folder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10180015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skills/data_analyst/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SKILL.md  (required)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examples/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references/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assets/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3545738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749040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Loaded when needed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selects a Skill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user request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injects only that guidance.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2978" y="3520440"/>
            <a:ext cx="3545738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3018" y="3749040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Versioned + reviewable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3018" y="4297680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diffs, code review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friendliness, change logs,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tests for prompts.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43037" y="3520440"/>
            <a:ext cx="3545738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63077" y="3749040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allow‑listing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63077" y="4297680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 only the tools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needs (least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privilege for agents).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656832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Architecture: before vs after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tools, better 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135728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(non‑Skills)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2103120"/>
            <a:ext cx="4129888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94560"/>
            <a:ext cx="394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big system prompt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(all rules, all the time)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063240"/>
            <a:ext cx="4129888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154680"/>
            <a:ext cx="394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tools bound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(all tool schemas visible)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42184" y="3886200"/>
            <a:ext cx="457200" cy="54864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434840"/>
            <a:ext cx="412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variability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retries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53048" y="1143000"/>
            <a:ext cx="5135728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73088" y="137160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(Skills‑first)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55968" y="2103120"/>
            <a:ext cx="4129888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7408" y="2194560"/>
            <a:ext cx="394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base prompt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55968" y="2788920"/>
            <a:ext cx="4129888" cy="822960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47408" y="2898648"/>
            <a:ext cx="394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 Selected Skill.md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(only when needed)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55968" y="3886200"/>
            <a:ext cx="4129888" cy="685800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7408" y="3977640"/>
            <a:ext cx="394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allow‑listed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(per Skill)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92311" y="4754880"/>
            <a:ext cx="457200" cy="548640"/>
          </a:xfrm>
          <a:prstGeom prst="downArrow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5968" y="5303520"/>
            <a:ext cx="412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consistent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point: Skills changes *how* we organize and scope behavior — not our tool stack.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656832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refactor: benefits that compound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Beyond latency: correctness, safety, velocity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545738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905658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Smaller, focused prompt diffs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Skill-level unit tests &amp; evals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onboarding (one folder per capability)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patterns across agents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2978" y="1143000"/>
            <a:ext cx="3545738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3018" y="1371600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/ governance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3018" y="1920240"/>
            <a:ext cx="2905658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tool exposure per task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review surface for policies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risk of prompt injection via irrelevant tools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audit: “which Skill ran?”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43037" y="1143000"/>
            <a:ext cx="3545738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63077" y="1371600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63077" y="1920240"/>
            <a:ext cx="2905658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 toggle: Skills vs non-Skills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Per-request metrics (LLM calls, tool rounds)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incident triage (Skill-scoped regressions)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rollout: pilot → expand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656832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benchmark (honest read)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isn’t always faster — but it’s still the right refactor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8585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measured (n=36 per mode)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your benchmark run:
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Non‑Skills median latency: 1065 ms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Skills median latency: 1293 ms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Avg LLM calls: 2.61 → 2.86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Tool usage rate: 0.83 (same)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Quality score: 1.0 (ceilinged on this suite)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154680"/>
            <a:ext cx="536432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33756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Latency (ms)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3657600"/>
          <a:ext cx="4907128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324448" y="3154680"/>
            <a:ext cx="536432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98768" y="333756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Avg LLM calls</a:t>
            </a:r>
            <a:endParaRPr lang="en-US" sz="14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553048" y="3657600"/>
          <a:ext cx="4907128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502920" y="61722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this suite is “too easy” (quality is ceilinged) so we’re mostly measuring overhead. Skills shows its value under ambiguity + many tools.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6656832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Skills wins (and why)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point is scalability under complexity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5855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Skills shines when…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362895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are many tools and only a few apply per request (tool allow‑listing reduces wrong calls)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are ambiguous (Skills enforce “inspect → act → verify” workflows)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care about governance (reviewable Skill files, clear policy boundaries)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need safe scaling (least privilege for agent capabilities)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want predictable iteration (one Skill change doesn’t perturb unrelated behaviors)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833872"/>
            <a:ext cx="99971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line: we’re buying *engineering leverage* (clarity, safety, maintainability) that matters more as the system grows.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656832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Migration plan: low-risk refactor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it incrementally, with metrics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5855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phases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3271418" cy="39776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03120"/>
            <a:ext cx="28142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— Scaffold (1–2 weeks)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743200"/>
            <a:ext cx="2814218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Skills directory + registry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per-request metrics + A/B toggle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1–2 capabilities into Skills (e.g., data analyst)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60138" y="1874520"/>
            <a:ext cx="3271418" cy="3977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8738" y="2103120"/>
            <a:ext cx="28142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— Refactor (2–4 weeks)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8738" y="2743200"/>
            <a:ext cx="2814218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remaining prompt rules into Skill files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allow‑listing for each Skill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regression evals per Skill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5877" y="1874520"/>
            <a:ext cx="3271418" cy="3977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4477" y="2103120"/>
            <a:ext cx="28142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 — Harden (ongoing)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4477" y="2743200"/>
            <a:ext cx="2814218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Tighten routing (keyword → lightweight classifier)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quality metrics (ambiguity + retry tracking)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Operationalize dashboards and alerts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2362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criteria: stable quality, fewer regressions, clear ownership per Skill, and measurable improvements on complex tasks.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656832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proof: metrics we already have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decisions with data, not vibes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5855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 request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522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5227168" cy="135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total_response_time_ms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llm_calls, llm_round_latencies_ms[]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tool_calls, tool_rounds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tool_call_details (per-tool latency)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lock_wait_ms (queueing under load)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61608" y="1874520"/>
            <a:ext cx="522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/ governance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1608" y="2286000"/>
            <a:ext cx="5227168" cy="135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tool_choice_quality (derived)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skill_used (audit trail)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prompt_category (routing sanity)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rate + retry counts</a:t>
            </a:r>
            <a:endParaRPr lang="en-US" sz="13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 toggle: USE_SKILLS true/false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5806440"/>
            <a:ext cx="10454335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943600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we can refactor safely: we can run both modes, measure impact, and roll back instantly.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656832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 to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next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85855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91640"/>
            <a:ext cx="101800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Let’s do a 2‑week pilot refactor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2423160"/>
            <a:ext cx="9814255" cy="1503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1 high-impact workflow (e.g., data analysis or incident triage)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behavior into a Skill folder (SKILL.md + tests + examples)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tool allow-listing and add regression evals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A/B in staging with real prompts + metrics dashboard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with data: expand / iterate / roll back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5806440"/>
            <a:ext cx="10180015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5907024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= fewer regressions + safer tool use + faster iteration — even if raw latency is unchanged.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656832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2026-02-23T23:13:29Z</dcterms:created>
  <dcterms:modified xsi:type="dcterms:W3CDTF">2026-02-23T23:13:29Z</dcterms:modified>
</cp:coreProperties>
</file>